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5B71A26-CC95-4685-B7B3-9B587B75F755}" v="10" dt="2026-07-28T03:08:33.1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d Nayeem" userId="44c9593fc4b11d30" providerId="LiveId" clId="{E79DE760-C479-4806-8A9E-9086FD6CC85A}"/>
    <pc:docChg chg="undo custSel addSld modSld">
      <pc:chgData name="Md Nayeem" userId="44c9593fc4b11d30" providerId="LiveId" clId="{E79DE760-C479-4806-8A9E-9086FD6CC85A}" dt="2026-07-28T03:09:01.244" v="196" actId="1076"/>
      <pc:docMkLst>
        <pc:docMk/>
      </pc:docMkLst>
      <pc:sldChg chg="addSp delSp modSp mod">
        <pc:chgData name="Md Nayeem" userId="44c9593fc4b11d30" providerId="LiveId" clId="{E79DE760-C479-4806-8A9E-9086FD6CC85A}" dt="2026-07-28T03:08:17.726" v="179" actId="1076"/>
        <pc:sldMkLst>
          <pc:docMk/>
          <pc:sldMk cId="0" sldId="256"/>
        </pc:sldMkLst>
        <pc:spChg chg="mod">
          <ac:chgData name="Md Nayeem" userId="44c9593fc4b11d30" providerId="LiveId" clId="{E79DE760-C479-4806-8A9E-9086FD6CC85A}" dt="2026-07-28T03:04:29.468" v="54" actId="1076"/>
          <ac:spMkLst>
            <pc:docMk/>
            <pc:sldMk cId="0" sldId="256"/>
            <ac:spMk id="4" creationId="{00000000-0000-0000-0000-000000000000}"/>
          </ac:spMkLst>
        </pc:spChg>
        <pc:spChg chg="mod">
          <ac:chgData name="Md Nayeem" userId="44c9593fc4b11d30" providerId="LiveId" clId="{E79DE760-C479-4806-8A9E-9086FD6CC85A}" dt="2026-07-28T03:04:37.057" v="56" actId="1076"/>
          <ac:spMkLst>
            <pc:docMk/>
            <pc:sldMk cId="0" sldId="256"/>
            <ac:spMk id="5" creationId="{00000000-0000-0000-0000-000000000000}"/>
          </ac:spMkLst>
        </pc:spChg>
        <pc:spChg chg="del mod">
          <ac:chgData name="Md Nayeem" userId="44c9593fc4b11d30" providerId="LiveId" clId="{E79DE760-C479-4806-8A9E-9086FD6CC85A}" dt="2026-07-28T03:04:42.675" v="58" actId="478"/>
          <ac:spMkLst>
            <pc:docMk/>
            <pc:sldMk cId="0" sldId="256"/>
            <ac:spMk id="6" creationId="{00000000-0000-0000-0000-000000000000}"/>
          </ac:spMkLst>
        </pc:spChg>
        <pc:spChg chg="add del mod">
          <ac:chgData name="Md Nayeem" userId="44c9593fc4b11d30" providerId="LiveId" clId="{E79DE760-C479-4806-8A9E-9086FD6CC85A}" dt="2026-07-28T03:02:11.089" v="2"/>
          <ac:spMkLst>
            <pc:docMk/>
            <pc:sldMk cId="0" sldId="256"/>
            <ac:spMk id="7" creationId="{F1BD5C40-757C-9205-CBF2-04C9979F4CC7}"/>
          </ac:spMkLst>
        </pc:spChg>
        <pc:spChg chg="add del mod">
          <ac:chgData name="Md Nayeem" userId="44c9593fc4b11d30" providerId="LiveId" clId="{E79DE760-C479-4806-8A9E-9086FD6CC85A}" dt="2026-07-28T03:08:17.726" v="179" actId="1076"/>
          <ac:spMkLst>
            <pc:docMk/>
            <pc:sldMk cId="0" sldId="256"/>
            <ac:spMk id="8" creationId="{042A6266-91FC-90D3-803F-73024E129D4E}"/>
          </ac:spMkLst>
        </pc:spChg>
        <pc:spChg chg="add mod">
          <ac:chgData name="Md Nayeem" userId="44c9593fc4b11d30" providerId="LiveId" clId="{E79DE760-C479-4806-8A9E-9086FD6CC85A}" dt="2026-07-28T03:08:05.253" v="177" actId="1076"/>
          <ac:spMkLst>
            <pc:docMk/>
            <pc:sldMk cId="0" sldId="256"/>
            <ac:spMk id="9" creationId="{439DF050-E753-E3EB-EAF5-666C8DA5DC03}"/>
          </ac:spMkLst>
        </pc:spChg>
        <pc:spChg chg="add mod">
          <ac:chgData name="Md Nayeem" userId="44c9593fc4b11d30" providerId="LiveId" clId="{E79DE760-C479-4806-8A9E-9086FD6CC85A}" dt="2026-07-28T03:08:11.678" v="178" actId="1076"/>
          <ac:spMkLst>
            <pc:docMk/>
            <pc:sldMk cId="0" sldId="256"/>
            <ac:spMk id="10" creationId="{8DDD8897-9D10-7D78-C62D-C7372BADDA97}"/>
          </ac:spMkLst>
        </pc:spChg>
      </pc:sldChg>
      <pc:sldChg chg="addSp modSp new mod">
        <pc:chgData name="Md Nayeem" userId="44c9593fc4b11d30" providerId="LiveId" clId="{E79DE760-C479-4806-8A9E-9086FD6CC85A}" dt="2026-07-28T03:09:01.244" v="196" actId="1076"/>
        <pc:sldMkLst>
          <pc:docMk/>
          <pc:sldMk cId="4079284590" sldId="262"/>
        </pc:sldMkLst>
        <pc:spChg chg="add mod">
          <ac:chgData name="Md Nayeem" userId="44c9593fc4b11d30" providerId="LiveId" clId="{E79DE760-C479-4806-8A9E-9086FD6CC85A}" dt="2026-07-28T03:09:01.244" v="196" actId="1076"/>
          <ac:spMkLst>
            <pc:docMk/>
            <pc:sldMk cId="4079284590" sldId="262"/>
            <ac:spMk id="2" creationId="{934CBC1D-95C8-EC5E-432D-44D09F069C2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06332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3840480" cy="384048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463040" y="4846320"/>
            <a:ext cx="3291840" cy="329184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876800" y="1336477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042285" y="1565077"/>
            <a:ext cx="9875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Finite State Automaton</a:t>
            </a:r>
            <a:endParaRPr lang="en-US" sz="4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Token Recognition</a:t>
            </a:r>
            <a:endParaRPr lang="en-US" sz="4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2A6266-91FC-90D3-803F-73024E129D4E}"/>
              </a:ext>
            </a:extLst>
          </p:cNvPr>
          <p:cNvSpPr txBox="1"/>
          <p:nvPr/>
        </p:nvSpPr>
        <p:spPr>
          <a:xfrm>
            <a:off x="7980045" y="5316557"/>
            <a:ext cx="37719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Presented By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 : Ganga Niranjan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Reg.. No: 192424041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9DF050-E753-E3EB-EAF5-666C8DA5DC03}"/>
              </a:ext>
            </a:extLst>
          </p:cNvPr>
          <p:cNvSpPr txBox="1"/>
          <p:nvPr/>
        </p:nvSpPr>
        <p:spPr>
          <a:xfrm>
            <a:off x="3505200" y="3313807"/>
            <a:ext cx="5029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DSA0307- Natural Language Processing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DD8897-9D10-7D78-C62D-C7372BADDA97}"/>
              </a:ext>
            </a:extLst>
          </p:cNvPr>
          <p:cNvSpPr txBox="1"/>
          <p:nvPr/>
        </p:nvSpPr>
        <p:spPr>
          <a:xfrm>
            <a:off x="796290" y="5532001"/>
            <a:ext cx="35623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Guided By :</a:t>
            </a:r>
          </a:p>
          <a:p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DR..Anbazhagan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Finite State Automaton?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417320" y="1719072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machine with a fixed set of states.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26974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2679192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reads one input character at a time.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0080" y="36576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17320" y="3639312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character moves it to a new state.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40080" y="46177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4617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17320" y="4599432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state, START, is always where it begins.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Use an FSA to Recognize Tokens?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3383280" cy="2651760"/>
          </a:xfrm>
          <a:prstGeom prst="roundRect">
            <a:avLst>
              <a:gd name="adj" fmla="val 4138"/>
            </a:avLst>
          </a:prstGeom>
          <a:solidFill>
            <a:srgbClr val="F4F7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14400" y="21488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28803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333756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checks each character only once.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43400" y="1828800"/>
            <a:ext cx="3383280" cy="2651760"/>
          </a:xfrm>
          <a:prstGeom prst="roundRect">
            <a:avLst>
              <a:gd name="adj" fmla="val 4138"/>
            </a:avLst>
          </a:prstGeom>
          <a:solidFill>
            <a:srgbClr val="F4F7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617720" y="21488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617720" y="28803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Predictable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617720" y="333756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input always gives the same result.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46720" y="1828800"/>
            <a:ext cx="3383280" cy="2651760"/>
          </a:xfrm>
          <a:prstGeom prst="roundRect">
            <a:avLst>
              <a:gd name="adj" fmla="val 4138"/>
            </a:avLst>
          </a:prstGeom>
          <a:solidFill>
            <a:srgbClr val="F4F7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321040" y="21488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321040" y="28803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to build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321040" y="333756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state follows one clear rule.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Automaton Has Five States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state accepts one kind of character and stays there until it can't.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084832" cy="3108960"/>
          </a:xfrm>
          <a:prstGeom prst="roundRect">
            <a:avLst>
              <a:gd name="adj" fmla="val 4386"/>
            </a:avLst>
          </a:prstGeom>
          <a:solidFill>
            <a:srgbClr val="1C7293">
              <a:alpha val="85000"/>
            </a:srgbClr>
          </a:solidFill>
          <a:ln w="12700">
            <a:solidFill>
              <a:srgbClr val="3D7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2331720"/>
            <a:ext cx="1810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3200400"/>
            <a:ext cx="18105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DC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Waits for the next token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926080" y="2103120"/>
            <a:ext cx="2084832" cy="3108960"/>
          </a:xfrm>
          <a:prstGeom prst="roundRect">
            <a:avLst>
              <a:gd name="adj" fmla="val 4386"/>
            </a:avLst>
          </a:prstGeom>
          <a:solidFill>
            <a:srgbClr val="1C7293">
              <a:alpha val="85000"/>
            </a:srgbClr>
          </a:solidFill>
          <a:ln w="12700">
            <a:solidFill>
              <a:srgbClr val="3D7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063240" y="2331720"/>
            <a:ext cx="1810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IN_IDENTIFIER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063240" y="3200400"/>
            <a:ext cx="18105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DC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letters and digits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212080" y="2103120"/>
            <a:ext cx="2084832" cy="3108960"/>
          </a:xfrm>
          <a:prstGeom prst="roundRect">
            <a:avLst>
              <a:gd name="adj" fmla="val 4386"/>
            </a:avLst>
          </a:prstGeom>
          <a:solidFill>
            <a:srgbClr val="1C7293">
              <a:alpha val="85000"/>
            </a:srgbClr>
          </a:solidFill>
          <a:ln w="12700">
            <a:solidFill>
              <a:srgbClr val="3D7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349240" y="2331720"/>
            <a:ext cx="1810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IN_INTEGER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49240" y="3200400"/>
            <a:ext cx="18105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DC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plain digits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498080" y="2103120"/>
            <a:ext cx="2084832" cy="3108960"/>
          </a:xfrm>
          <a:prstGeom prst="roundRect">
            <a:avLst>
              <a:gd name="adj" fmla="val 4386"/>
            </a:avLst>
          </a:prstGeom>
          <a:solidFill>
            <a:srgbClr val="1C7293">
              <a:alpha val="85000"/>
            </a:srgbClr>
          </a:solidFill>
          <a:ln w="12700">
            <a:solidFill>
              <a:srgbClr val="3D7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635240" y="2331720"/>
            <a:ext cx="1810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IN_FLOAT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635240" y="3200400"/>
            <a:ext cx="18105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DC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digits after a dot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784080" y="2103120"/>
            <a:ext cx="2084832" cy="3108960"/>
          </a:xfrm>
          <a:prstGeom prst="roundRect">
            <a:avLst>
              <a:gd name="adj" fmla="val 4386"/>
            </a:avLst>
          </a:prstGeom>
          <a:solidFill>
            <a:srgbClr val="1C7293">
              <a:alpha val="85000"/>
            </a:srgbClr>
          </a:solidFill>
          <a:ln w="12700">
            <a:solidFill>
              <a:srgbClr val="3D7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921240" y="2331720"/>
            <a:ext cx="1810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IN_OPERATOR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921240" y="3200400"/>
            <a:ext cx="18105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DC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symbols like = or ==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Transition Works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10424160" cy="822960"/>
          </a:xfrm>
          <a:prstGeom prst="roundRect">
            <a:avLst>
              <a:gd name="adj" fmla="val 11111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F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x1 </a:t>
            </a: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</a:t>
            </a:r>
            <a:r>
              <a:rPr lang="en-US" sz="2200" b="1" dirty="0">
                <a:solidFill>
                  <a:srgbClr val="9FE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3.14 </a:t>
            </a: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( </a:t>
            </a:r>
            <a:r>
              <a:rPr lang="en-US" sz="2200" b="1" dirty="0">
                <a:solidFill>
                  <a:srgbClr val="9F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y2 </a:t>
            </a: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</a:t>
            </a:r>
            <a:r>
              <a:rPr lang="en-US" sz="2200" b="1" dirty="0">
                <a:solidFill>
                  <a:srgbClr val="9FE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 </a:t>
            </a: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26060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194560" y="2587752"/>
            <a:ext cx="8778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letter starts the word, so it enters IN_IDENTIFIER.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401568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340156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(space)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194560" y="3383280"/>
            <a:ext cx="8778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space is not a letter, so it emits the identifier token.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4197096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4197096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194560" y="4178808"/>
            <a:ext cx="8778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digit starts a number, so it enters IN_INTEGER.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4992624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4992624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194560" y="4974336"/>
            <a:ext cx="8778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dot is a valid continuation, so it moves to IN_FLOAT.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023360" cy="4023360"/>
          </a:xfrm>
          <a:prstGeom prst="ellipse">
            <a:avLst/>
          </a:prstGeom>
          <a:solidFill>
            <a:srgbClr val="1C7293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6858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947672"/>
            <a:ext cx="128016" cy="128016"/>
          </a:xfrm>
          <a:prstGeom prst="ellipse">
            <a:avLst/>
          </a:prstGeom>
          <a:solidFill>
            <a:srgbClr val="9FD3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88720" y="18745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token recognizer moves through states one character at a time.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2724912"/>
            <a:ext cx="128016" cy="128016"/>
          </a:xfrm>
          <a:prstGeom prst="ellipse">
            <a:avLst/>
          </a:prstGeom>
          <a:solidFill>
            <a:srgbClr val="9FD3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state defines exactly which characters keep it going.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" y="3502152"/>
            <a:ext cx="128016" cy="128016"/>
          </a:xfrm>
          <a:prstGeom prst="ellipse">
            <a:avLst/>
          </a:prstGeom>
          <a:solidFill>
            <a:srgbClr val="9FD3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88720" y="34290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character doesn't fit, the current token is emitted.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22960" y="4279392"/>
            <a:ext cx="128016" cy="128016"/>
          </a:xfrm>
          <a:prstGeom prst="ellipse">
            <a:avLst/>
          </a:prstGeom>
          <a:solidFill>
            <a:srgbClr val="9FD3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88720" y="42062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same pattern powers real compilers and lexers today.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4CBC1D-95C8-EC5E-432D-44D09F069C2F}"/>
              </a:ext>
            </a:extLst>
          </p:cNvPr>
          <p:cNvSpPr txBox="1"/>
          <p:nvPr/>
        </p:nvSpPr>
        <p:spPr>
          <a:xfrm>
            <a:off x="2827176" y="2733555"/>
            <a:ext cx="71845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792845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302</Words>
  <Application>Microsoft Office PowerPoint</Application>
  <PresentationFormat>Widescreen</PresentationFormat>
  <Paragraphs>59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ADLaM Display</vt:lpstr>
      <vt:lpstr>Arial</vt:lpstr>
      <vt:lpstr>Calibri</vt:lpstr>
      <vt:lpstr>Cambria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Md Nayeem</cp:lastModifiedBy>
  <cp:revision>1</cp:revision>
  <dcterms:created xsi:type="dcterms:W3CDTF">2026-07-24T15:39:07Z</dcterms:created>
  <dcterms:modified xsi:type="dcterms:W3CDTF">2026-07-28T03:09:34Z</dcterms:modified>
</cp:coreProperties>
</file>